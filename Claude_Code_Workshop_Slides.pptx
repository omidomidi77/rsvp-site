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344" autoAdjust="0"/>
  </p:normalViewPr>
  <p:slideViewPr>
    <p:cSldViewPr snapToGrid="0" snapToObjects="1">
      <p:cViewPr varScale="1">
        <p:scale>
          <a:sx n="100" d="100"/>
          <a:sy n="100" d="100"/>
        </p:scale>
        <p:origin x="4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405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 from Zero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Code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empty folder, seven steps. Each step: do it the plain way, look, then do it the right way.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Omid Omidi  ·  Toronto  ·  github.com/omidomidi77/rsvp-site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m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3566160" cy="356616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94960" y="1828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Omid Omidi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39496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AI &amp; Data Platform Engineer, RBC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CI/CD and auth by day. Building with LLMs the rest of the time.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94960" y="39776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home/claude/qr-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069080"/>
            <a:ext cx="1645920" cy="1645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0664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connect on LinkedIn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linkedin.com/in/omidomidi77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tonight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move, seven times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request, the way most people start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7830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 what Claude gets wrong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thing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a skill, a subagent, a hook, MCP…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6002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17830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1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prompt. Different result.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4348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RSVP page, built live from an empty folder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 purpose, so every change is visible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we add tonight gets created in front of you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version to clone: github.com/omidomidi77/rsvp-site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388620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way first, then the right way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4348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terminal, one empty folder, all night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plain prompt. Open the site. Look.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file (CLAUDE.md, a skill, a hook…)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prompt again. Open the site. Compare.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wrong, and what fixes it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09651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flaw you'll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picks its own stack; a new session forgets the 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Always-on project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section ignores the brand; shipping needs the same 5 instructions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(auto) + /ship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know-how, on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"Review your code" gets a lenient self-review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subagent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context, narrow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written to .env, force push attempted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vs guarantee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Copy-pasting issues from GitHub into the 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(GitHub)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outside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prompts to get one issue to a 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/work-issue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command, whole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still has to type the command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loop + GitHub 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in, PR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CLAUDE.md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that loads at the start of every session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landing page for our AI meetup in Toronto with an RSVP form.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…then:  Start a local server so I can open it in the browser, and tell me the URL.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CLAUDE.md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picks a stack on its own: often a framework plus a bundler, and it may install dependencies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a colour scheme; no tests, no accessibility conventions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session, ask for one more section, and it re-discovers the project and may choose differently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end up re-explaining the project in every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CLAUDE.md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HTML/CSS/JS, because CLAUDE.md says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CSS tokens, adds a &lt;label&gt;, writes a test for new logic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npm test before saying it's done, without being asked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session starts with the same context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stage-1-claude-md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Skills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Claude loads itself, and slash commands you trigger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speakers section with Arman (AI in industry) and Omid (hands-on Claude Code).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…then:  /ship first speakers draft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Skills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section gets new colours and a different card style; sometimes inline styles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says "use tokens" but has no component patterns, and putting them all in CLAUDE.md would bloat every request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Shipping: "run tests, commit, push, open a PR" typed by hand every time; messages vary, steps get skipped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Skills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loads the design-system skill on its own because the task matches its description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follows the component rules: grid, cards, tokens, no inline styles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/ship runs tests, writes one conventional commit, pushes, opens the PR, replies with the URL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skill: knowledge Claude invokes (auto) and actions only you invoke (disable-model-invocation)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.claude/skills/&lt;name&gt;/SKILL.md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stage-2-skills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Subagents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reviewer with its own context and read-only tools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the speakers section you just wrote.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…then:  Use the reviewer subagent to review the changes on this branch against main.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Subagents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self-review: "looks good, a couple of minor suggestions"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planted defects: image without alt text, skipped heading level, inline style, hard-coded colour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session is also carrying everything from stages 1–2 in its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Subagents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its own context window; only the verdict and findings come 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Read, Grep, Glob, Bash. No Edit or Write, so it cannot quietly "fix" things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CHANGES REQUESTED with up to 5 findings as file:line → problem → fix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"Fix all findings and run the reviewer again" until it says APPROVE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.claude/agents/reviewer.md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stage-3-subagent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Hooks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must always or never happen, enforced by code, not by asking nicely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Resend key is re_test_123. Save it in .env and wire the form to send a confirmation email.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clean up git history: force-push main.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Hooks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key into .env and starts wiring it 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the force push; the permission prompt is the only thing stopping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drifts between edits; tests run only when Claude remembers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Hooks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guard: "Blocked: .env files hold secrets…" and "Blocked: destructive command…"; Claude asks you to set the value instead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PostToolUse: every file Claude writes is formatted; npm test runs after each JS edit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is fed straight back to Claude, which fixes it in the same turn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.env ✓ blocked, .env.local ✓ blocked, app.js ✓ allowed, force push ✓ blocked, rm -rf ✓ blocked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 + .claude/hooks/*.mjs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stage-4-hooks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MCP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access to systems outside the repo: here, the GitHub board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should I work on next?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…then:  List open issues labelled ready. Which one is smallest, and why?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MCP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 you to paste the issues, or shells out to gh if it's installed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view of labels, comments, or the board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system (Figma, Linear, Notion, Slack, a database) needs the same copy-paste dance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MCP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MCP server adds typed tools: list issues, read comments, add labels, open PRs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.mcp.json is committed; teammates approve it once and use their own token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three issues labelled ready and picks the smallest, with a reason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for GitHub, the gh CLI is also fine. MCP shines when there is no CLI, or outside a terminal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stage-5-mcp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/work-issue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slash command that composes everything we built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/work-issue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/work-issue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5029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issue (MCP), branch, implement, test, review (subagent), fix, commit, push, PR: five or more separate prompts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skip the review or forget "Closes #1" in the PR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teammate does it slightly differently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46888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/work-issue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17520"/>
            <a:ext cx="5029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issue #1, labels it in-progress  → MCP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tokens, branch name issue-1-…  → CLAUDE.md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design-system for the new markup  → skill (auto)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formatted, tests run after edits  → hooks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 diff to the reviewer and fixes findings  → subagent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pushes, opens the PR with "Closes #1"  → skill steps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.claude/skills/work-issue/SKILL.md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stage-6-work-issue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Automation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GitHub board to a pull request without anyone typing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scripts/issue-loop.sh 1        # headless: claude -p "/work-issue N"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issue edit 5 --add-label ready   # or: let GitHub Actions do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Automation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runs /work-issue for each issue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only happens while someone is at the keyboard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cap, no record of what the agent did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Automation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A, the loop: pulls issues labelled ready, runs claude -p "/work-issue N" with pre-approved tools and a dollar cap; failures get needs-human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still apply in headless mode: git push --force stays blocked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B, GitHub Actions: label an issue ready (or comment @claude) and a PR appears a few minutes later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maintainers can add labels, so the audience can file issues without spending the budget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scripts/issue-loop.sh  ·  .github/workflows/claude.yml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Backup if it breaks: </a:t>
            </a: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rsvp-site @ stage-7-automation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sheet: which one, when?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 people photograph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8039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and rules for every task: stack, commands, conventions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(auto)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Task-specific know-how too big for CLAUDE.md: design system, API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.claude/skills/&lt;name&gt;/SKILL.md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always; body on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(/slash)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repeatable workflow with side effects: ship, deploy,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+ disable-model-invocation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when you type /name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context, narrow tools, or a different role: review,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.claude/agents/&lt;name&gt;.md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context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always or never happen: format, test, block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.claude/settings.json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lifecycle events; deterministic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an outside system: GitHub, Linear, Figma, databases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.mcp.json / claude mcp add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list at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/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human should need to type: CI, boards, scheduled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 -p / .github/workflows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it twice? Skill.   Applies to everything? CLAUDE.md.   Must never be skipped? Hook.   Grades its own homework? Subagent.   Has to paste from elsewhere? MCP.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and replay every stage: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6675120" cy="1600200"/>
          </a:xfrm>
          <a:prstGeom prst="roundRect">
            <a:avLst>
              <a:gd name="adj" fmla="val 6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127248"/>
            <a:ext cx="63093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https://github.com/omidomidi77/rsvp-site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rsvp-site &amp;&amp; npm 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                     # the eight stages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stage-3-subagent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a review of your own setup: find me on LinkedIn.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9244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qr-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090672"/>
            <a:ext cx="1417320" cy="1417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149840" y="3022209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github.com/omidomidi77/rsvp-site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linkedin.com/in/omidomidi77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2029</Words>
  <Application>Microsoft Office PowerPoint</Application>
  <PresentationFormat>Widescreen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Product from Zero with Claude Code</dc:title>
  <dc:subject>PptxGenJS Presentation</dc:subject>
  <dc:creator>Omid Omidi</dc:creator>
  <cp:lastModifiedBy>Omid Omidi</cp:lastModifiedBy>
  <cp:revision>2</cp:revision>
  <dcterms:created xsi:type="dcterms:W3CDTF">2026-10-01T23:25:04Z</dcterms:created>
  <dcterms:modified xsi:type="dcterms:W3CDTF">2026-10-03T01:29:49Z</dcterms:modified>
</cp:coreProperties>
</file>